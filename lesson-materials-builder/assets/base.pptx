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18"/>
  </p:handoutMasterIdLst>
  <p:sldIdLst/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10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01.xml><?xml version="1.0" encoding="utf-8"?>
<p:tagLst xmlns:p="http://schemas.openxmlformats.org/presentationml/2006/main">
  <p:tag name="commondata" val="eyJoZGlkIjoiMThjMGUwNmZjMTU5NjA3NzRmMjdhODVlMDFjYzYxMDEifQ=="/>
  <p:tag name="resource_record_key" val="{&quot;19&quot;:[20344759],&quot;65&quot;:[202333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126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MS Mincho</vt:lpstr>
      <vt:lpstr>Yu Gothic UI</vt:lpstr>
      <vt:lpstr>华文中宋</vt:lpstr>
      <vt:lpstr>微软雅黑</vt:lpstr>
      <vt:lpstr>Arial Unicode MS</vt:lpstr>
      <vt:lpstr>MiSans Demibold</vt:lpstr>
      <vt:lpstr>Segoe Print</vt:lpstr>
      <vt:lpstr>Calibri</vt:lpstr>
      <vt:lpstr>WPS</vt:lpstr>
      <vt:lpstr>1_Office 主题​​</vt:lpstr>
      <vt:lpstr>Equation.KSEE3</vt:lpstr>
      <vt:lpstr>Equation.KSEE3</vt:lpstr>
      <vt:lpstr>导数的概念及其意义</vt:lpstr>
      <vt:lpstr>温故知新</vt:lpstr>
      <vt:lpstr>两种速度</vt:lpstr>
      <vt:lpstr>以抛物线                  为例</vt:lpstr>
      <vt:lpstr>定量看</vt:lpstr>
      <vt:lpstr>引入无穷小量与极限</vt:lpstr>
      <vt:lpstr>导数的概念</vt:lpstr>
      <vt:lpstr>导数的意义</vt:lpstr>
      <vt:lpstr>实践探究</vt:lpstr>
      <vt:lpstr>课堂小结</vt:lpstr>
      <vt:lpstr>作业布置</vt:lpstr>
      <vt:lpstr>教学设计阐述</vt:lpstr>
      <vt:lpstr>教学重难点及解决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张耀中</dc:creator>
  <cp:lastModifiedBy>张耀中</cp:lastModifiedBy>
  <cp:revision>32</cp:revision>
  <dcterms:created xsi:type="dcterms:W3CDTF">2023-08-09T12:44:00Z</dcterms:created>
  <dcterms:modified xsi:type="dcterms:W3CDTF">2026-03-06T05:21:21Z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0E85073815854EF0A955AC7BE247D992_13</vt:lpwstr>
  </property>
  <property fmtid="{D5CDD505-2E9C-101B-9397-08002B2CF9AE}" pid="3" name="KSOProductBuildVer">
    <vt:lpwstr>2052-12.1.0.25222</vt:lpwstr>
  </property>
</Properties>
</file>